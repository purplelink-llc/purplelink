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B8ECF1-704B-4D08-9FE1-5D923B35F7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480B0A-B9EF-4EFF-9AF7-A0C6E174B0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020CDB-F265-4E46-8B18-A2A220579B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174A8B-AE9D-401E-9022-4407FB0C3F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F0F664-63D5-4949-9FD0-281BB8D29F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5A82C4-3776-4667-935A-2439B10946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2AD556-E101-452E-86FD-6BCC2524C4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D4A37F-81E3-4231-925B-7F46E6687E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6C7985-F0BD-4D48-A9FF-E11AEBCDC7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D93401-A4C2-4BB9-AAAD-4CECAFE6B0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AB56B4-25E5-4D6D-A984-AD0CD2CA83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Talk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LibreOffice/26.2.5.2$MacOSX_AARCH64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Ben Ampel</dc:creator>
  <dc:description>generated using python-pptx</dc:description>
  <dc:language>en-US</dc:language>
  <cp:lastModifiedBy>Jane</cp:lastModifiedBy>
  <dcterms:modified xsi:type="dcterms:W3CDTF">2013-01-27T09:15:58Z</dcterms:modified>
  <cp:revision>1</cp:revision>
  <dc:subject/>
  <dc:title>Talk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